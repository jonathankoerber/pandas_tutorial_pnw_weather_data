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tif" ContentType="image/tiff"/>
  <Override PartName="/ppt/media/image2.tif" ContentType="image/tiff"/>
  <Override PartName="/ppt/media/image6.png" ContentType="image/png"/>
  <Override PartName="/ppt/media/image3.tif" ContentType="image/tiff"/>
  <Override PartName="/ppt/media/image7.png" ContentType="image/png"/>
  <Override PartName="/ppt/media/image4.tif" ContentType="image/tiff"/>
  <Override PartName="/ppt/media/image5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9EFAAE2-73EF-4D8B-B96B-51A92739729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CityU logo cannot be deleted.</a:t>
            </a:r>
            <a:endParaRPr b="0" lang="en-US" sz="11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Design can be modified for your preference.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814320" y="392400"/>
            <a:ext cx="5492160" cy="355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95676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814320" y="297036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395676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288756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496116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81432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/>
          </p:nvPr>
        </p:nvSpPr>
        <p:spPr>
          <a:xfrm>
            <a:off x="288756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/>
          </p:nvPr>
        </p:nvSpPr>
        <p:spPr>
          <a:xfrm>
            <a:off x="496116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DAD201A-C2C2-4337-8C0E-8DDCADCCA16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250605-F187-4BB1-8550-03112E9158E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6FAFF74-088E-4A33-9092-B1A9681AA802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7425BA6-0366-4032-B162-6A22BE26296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B1E8909-3360-46E6-9FA9-F5B6975C559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814320" y="392400"/>
            <a:ext cx="5492160" cy="355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007758-6A24-4590-99A8-E4C954C61018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F25D738-B10A-45F5-B929-DA6F28BCEA2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395676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F4E36E3-DF3C-4AF9-8048-5A6642CEE72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1DE62BB-4E2E-46EB-BDF0-6AB461995785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814320" y="2970360"/>
            <a:ext cx="6132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3B278C7-6247-4350-810F-F9F6AB0AB3C8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3956760" y="132732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81432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/>
          </p:nvPr>
        </p:nvSpPr>
        <p:spPr>
          <a:xfrm>
            <a:off x="3956760" y="2970360"/>
            <a:ext cx="299232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9F13B85-B53A-454F-A706-0270937C909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288756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961160" y="132732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81432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/>
          </p:nvPr>
        </p:nvSpPr>
        <p:spPr>
          <a:xfrm>
            <a:off x="288756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7"/>
          <p:cNvSpPr>
            <a:spLocks noGrp="1"/>
          </p:cNvSpPr>
          <p:nvPr>
            <p:ph/>
          </p:nvPr>
        </p:nvSpPr>
        <p:spPr>
          <a:xfrm>
            <a:off x="4961160" y="2970360"/>
            <a:ext cx="1974240" cy="150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233C657-1D63-4DBA-B577-0E17D6BE370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tif"/><Relationship Id="rId3" Type="http://schemas.openxmlformats.org/officeDocument/2006/relationships/image" Target="../media/image2.ti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tif"/><Relationship Id="rId3" Type="http://schemas.openxmlformats.org/officeDocument/2006/relationships/image" Target="../media/image4.tif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/>
          <a:stretch/>
        </p:blipFill>
        <p:spPr>
          <a:xfrm>
            <a:off x="0" y="424332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0;p2"/>
          <p:cNvSpPr/>
          <p:nvPr/>
        </p:nvSpPr>
        <p:spPr>
          <a:xfrm>
            <a:off x="7544520" y="657720"/>
            <a:ext cx="1298880" cy="43272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" name="Google Shape;11;p2"/>
          <p:cNvGrpSpPr/>
          <p:nvPr/>
        </p:nvGrpSpPr>
        <p:grpSpPr>
          <a:xfrm>
            <a:off x="182520" y="360"/>
            <a:ext cx="8660160" cy="5150160"/>
            <a:chOff x="182520" y="360"/>
            <a:chExt cx="8660160" cy="5150160"/>
          </a:xfrm>
        </p:grpSpPr>
        <p:sp>
          <p:nvSpPr>
            <p:cNvPr id="3" name="Google Shape;12;p2"/>
            <p:cNvSpPr/>
            <p:nvPr/>
          </p:nvSpPr>
          <p:spPr>
            <a:xfrm>
              <a:off x="182520" y="7200"/>
              <a:ext cx="3524760" cy="5143320"/>
            </a:xfrm>
            <a:prstGeom prst="rect">
              <a:avLst/>
            </a:prstGeom>
            <a:solidFill>
              <a:srgbClr val="c7d3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3;p2"/>
            <p:cNvSpPr/>
            <p:nvPr/>
          </p:nvSpPr>
          <p:spPr>
            <a:xfrm flipH="1" rot="10800000">
              <a:off x="3699000" y="360"/>
              <a:ext cx="5143320" cy="5143320"/>
            </a:xfrm>
            <a:prstGeom prst="rtTriangle">
              <a:avLst/>
            </a:prstGeom>
            <a:solidFill>
              <a:srgbClr val="c7d3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" name="Google Shape;14;p2"/>
          <p:cNvGrpSpPr/>
          <p:nvPr/>
        </p:nvGrpSpPr>
        <p:grpSpPr>
          <a:xfrm>
            <a:off x="0" y="1089720"/>
            <a:ext cx="8847360" cy="2961720"/>
            <a:chOff x="0" y="1089720"/>
            <a:chExt cx="8847360" cy="2961720"/>
          </a:xfrm>
        </p:grpSpPr>
        <p:sp>
          <p:nvSpPr>
            <p:cNvPr id="6" name="Google Shape;15;p2"/>
            <p:cNvSpPr/>
            <p:nvPr/>
          </p:nvSpPr>
          <p:spPr>
            <a:xfrm flipV="1">
              <a:off x="0" y="1089000"/>
              <a:ext cx="5888520" cy="2961720"/>
            </a:xfrm>
            <a:prstGeom prst="rect">
              <a:avLst/>
            </a:prstGeom>
            <a:solidFill>
              <a:srgbClr val="3f537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Google Shape;16;p2"/>
            <p:cNvSpPr/>
            <p:nvPr/>
          </p:nvSpPr>
          <p:spPr>
            <a:xfrm flipV="1">
              <a:off x="5885640" y="1089000"/>
              <a:ext cx="2961720" cy="2961720"/>
            </a:xfrm>
            <a:prstGeom prst="rtTriangle">
              <a:avLst/>
            </a:prstGeom>
            <a:solidFill>
              <a:srgbClr val="3f537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" name="Google Shape;17;p2"/>
          <p:cNvGrpSpPr/>
          <p:nvPr/>
        </p:nvGrpSpPr>
        <p:grpSpPr>
          <a:xfrm>
            <a:off x="3677760" y="4278240"/>
            <a:ext cx="5478840" cy="433080"/>
            <a:chOff x="3677760" y="4278240"/>
            <a:chExt cx="5478840" cy="433080"/>
          </a:xfrm>
        </p:grpSpPr>
        <p:sp>
          <p:nvSpPr>
            <p:cNvPr id="9" name="Google Shape;18;p2"/>
            <p:cNvSpPr/>
            <p:nvPr/>
          </p:nvSpPr>
          <p:spPr>
            <a:xfrm rot="10800000">
              <a:off x="3677760" y="4580280"/>
              <a:ext cx="393840" cy="13104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" name="Google Shape;19;p2"/>
            <p:cNvGrpSpPr/>
            <p:nvPr/>
          </p:nvGrpSpPr>
          <p:grpSpPr>
            <a:xfrm>
              <a:off x="3679200" y="4278240"/>
              <a:ext cx="5477400" cy="304200"/>
              <a:chOff x="3679200" y="4278240"/>
              <a:chExt cx="5477400" cy="304200"/>
            </a:xfrm>
          </p:grpSpPr>
          <p:sp>
            <p:nvSpPr>
              <p:cNvPr id="11" name="Google Shape;20;p2"/>
              <p:cNvSpPr/>
              <p:nvPr/>
            </p:nvSpPr>
            <p:spPr>
              <a:xfrm flipH="1">
                <a:off x="3976200" y="4278240"/>
                <a:ext cx="5180040" cy="304200"/>
              </a:xfrm>
              <a:prstGeom prst="rect">
                <a:avLst/>
              </a:prstGeom>
              <a:solidFill>
                <a:srgbClr val="ff98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Google Shape;21;p2"/>
              <p:cNvSpPr/>
              <p:nvPr/>
            </p:nvSpPr>
            <p:spPr>
              <a:xfrm flipH="1">
                <a:off x="3678840" y="4278240"/>
                <a:ext cx="304200" cy="304200"/>
              </a:xfrm>
              <a:prstGeom prst="rtTriangle">
                <a:avLst/>
              </a:prstGeom>
              <a:solidFill>
                <a:srgbClr val="ff98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1090800"/>
            <a:ext cx="536760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Picture 2" descr=""/>
          <p:cNvPicPr/>
          <p:nvPr/>
        </p:nvPicPr>
        <p:blipFill>
          <a:blip r:embed="rId3"/>
          <a:stretch/>
        </p:blipFill>
        <p:spPr>
          <a:xfrm>
            <a:off x="0" y="424332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"/>
          <p:cNvPicPr/>
          <p:nvPr/>
        </p:nvPicPr>
        <p:blipFill>
          <a:blip r:embed="rId2"/>
          <a:stretch/>
        </p:blipFill>
        <p:spPr>
          <a:xfrm>
            <a:off x="0" y="4243320"/>
            <a:ext cx="914040" cy="914040"/>
          </a:xfrm>
          <a:prstGeom prst="rect">
            <a:avLst/>
          </a:prstGeom>
          <a:ln w="0">
            <a:noFill/>
          </a:ln>
        </p:spPr>
      </p:pic>
      <p:grpSp>
        <p:nvGrpSpPr>
          <p:cNvPr id="53" name="Google Shape;62;p5"/>
          <p:cNvGrpSpPr/>
          <p:nvPr/>
        </p:nvGrpSpPr>
        <p:grpSpPr>
          <a:xfrm>
            <a:off x="0" y="0"/>
            <a:ext cx="7072200" cy="1326960"/>
            <a:chOff x="0" y="0"/>
            <a:chExt cx="7072200" cy="1326960"/>
          </a:xfrm>
        </p:grpSpPr>
        <p:sp>
          <p:nvSpPr>
            <p:cNvPr id="54" name="Google Shape;63;p5"/>
            <p:cNvSpPr/>
            <p:nvPr/>
          </p:nvSpPr>
          <p:spPr>
            <a:xfrm>
              <a:off x="6292800" y="126360"/>
              <a:ext cx="779400" cy="25956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55" name="Google Shape;64;p5"/>
            <p:cNvGrpSpPr/>
            <p:nvPr/>
          </p:nvGrpSpPr>
          <p:grpSpPr>
            <a:xfrm>
              <a:off x="0" y="0"/>
              <a:ext cx="6755760" cy="1326960"/>
              <a:chOff x="0" y="0"/>
              <a:chExt cx="6755760" cy="1326960"/>
            </a:xfrm>
          </p:grpSpPr>
          <p:sp>
            <p:nvSpPr>
              <p:cNvPr id="56" name="Google Shape;65;p5"/>
              <p:cNvSpPr/>
              <p:nvPr/>
            </p:nvSpPr>
            <p:spPr>
              <a:xfrm flipV="1">
                <a:off x="0" y="0"/>
                <a:ext cx="5433840" cy="1326960"/>
              </a:xfrm>
              <a:prstGeom prst="rect">
                <a:avLst/>
              </a:prstGeom>
              <a:solidFill>
                <a:srgbClr val="c7d3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7" name="Google Shape;66;p5"/>
              <p:cNvSpPr/>
              <p:nvPr/>
            </p:nvSpPr>
            <p:spPr>
              <a:xfrm flipV="1">
                <a:off x="5428800" y="0"/>
                <a:ext cx="1326960" cy="1326960"/>
              </a:xfrm>
              <a:prstGeom prst="rtTriangle">
                <a:avLst/>
              </a:prstGeom>
              <a:solidFill>
                <a:srgbClr val="c7d3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8" name="Google Shape;67;p5"/>
            <p:cNvGrpSpPr/>
            <p:nvPr/>
          </p:nvGrpSpPr>
          <p:grpSpPr>
            <a:xfrm>
              <a:off x="0" y="379800"/>
              <a:ext cx="7072200" cy="771480"/>
              <a:chOff x="0" y="379800"/>
              <a:chExt cx="7072200" cy="771480"/>
            </a:xfrm>
          </p:grpSpPr>
          <p:sp>
            <p:nvSpPr>
              <p:cNvPr id="59" name="Google Shape;68;p5"/>
              <p:cNvSpPr/>
              <p:nvPr/>
            </p:nvSpPr>
            <p:spPr>
              <a:xfrm flipV="1">
                <a:off x="0" y="379080"/>
                <a:ext cx="6303600" cy="771480"/>
              </a:xfrm>
              <a:prstGeom prst="rect">
                <a:avLst/>
              </a:prstGeom>
              <a:solidFill>
                <a:srgbClr val="3f537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" name="Google Shape;69;p5"/>
              <p:cNvSpPr/>
              <p:nvPr/>
            </p:nvSpPr>
            <p:spPr>
              <a:xfrm flipV="1">
                <a:off x="6300720" y="379080"/>
                <a:ext cx="771480" cy="771480"/>
              </a:xfrm>
              <a:prstGeom prst="rtTriangle">
                <a:avLst/>
              </a:prstGeom>
              <a:solidFill>
                <a:srgbClr val="3f537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1" name="Google Shape;70;p5"/>
          <p:cNvGrpSpPr/>
          <p:nvPr/>
        </p:nvGrpSpPr>
        <p:grpSpPr>
          <a:xfrm>
            <a:off x="6947280" y="4472640"/>
            <a:ext cx="2202120" cy="670320"/>
            <a:chOff x="6947280" y="4472640"/>
            <a:chExt cx="2202120" cy="670320"/>
          </a:xfrm>
        </p:grpSpPr>
        <p:sp>
          <p:nvSpPr>
            <p:cNvPr id="62" name="Google Shape;71;p5"/>
            <p:cNvSpPr/>
            <p:nvPr/>
          </p:nvSpPr>
          <p:spPr>
            <a:xfrm rot="10800000">
              <a:off x="6947280" y="4948560"/>
              <a:ext cx="393840" cy="13104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63" name="Google Shape;72;p5"/>
            <p:cNvGrpSpPr/>
            <p:nvPr/>
          </p:nvGrpSpPr>
          <p:grpSpPr>
            <a:xfrm>
              <a:off x="7105320" y="4472640"/>
              <a:ext cx="2041560" cy="670320"/>
              <a:chOff x="7105320" y="4472640"/>
              <a:chExt cx="2041560" cy="670320"/>
            </a:xfrm>
          </p:grpSpPr>
          <p:sp>
            <p:nvSpPr>
              <p:cNvPr id="64" name="Google Shape;73;p5"/>
              <p:cNvSpPr/>
              <p:nvPr/>
            </p:nvSpPr>
            <p:spPr>
              <a:xfrm flipH="1">
                <a:off x="7774560" y="4472640"/>
                <a:ext cx="1372320" cy="670320"/>
              </a:xfrm>
              <a:prstGeom prst="rect">
                <a:avLst/>
              </a:prstGeom>
              <a:solidFill>
                <a:srgbClr val="c7d3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" name="Google Shape;74;p5"/>
              <p:cNvSpPr/>
              <p:nvPr/>
            </p:nvSpPr>
            <p:spPr>
              <a:xfrm flipH="1">
                <a:off x="7104960" y="4472640"/>
                <a:ext cx="670680" cy="670320"/>
              </a:xfrm>
              <a:prstGeom prst="rtTriangle">
                <a:avLst/>
              </a:prstGeom>
              <a:solidFill>
                <a:srgbClr val="c7d3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6" name="Google Shape;75;p5"/>
            <p:cNvGrpSpPr/>
            <p:nvPr/>
          </p:nvGrpSpPr>
          <p:grpSpPr>
            <a:xfrm>
              <a:off x="6948720" y="4646880"/>
              <a:ext cx="2200680" cy="304200"/>
              <a:chOff x="6948720" y="4646880"/>
              <a:chExt cx="2200680" cy="304200"/>
            </a:xfrm>
          </p:grpSpPr>
          <p:sp>
            <p:nvSpPr>
              <p:cNvPr id="67" name="Google Shape;76;p5"/>
              <p:cNvSpPr/>
              <p:nvPr/>
            </p:nvSpPr>
            <p:spPr>
              <a:xfrm flipH="1">
                <a:off x="7247880" y="4646880"/>
                <a:ext cx="1901520" cy="304200"/>
              </a:xfrm>
              <a:prstGeom prst="rect">
                <a:avLst/>
              </a:prstGeom>
              <a:solidFill>
                <a:srgbClr val="ff98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" name="Google Shape;77;p5"/>
              <p:cNvSpPr/>
              <p:nvPr/>
            </p:nvSpPr>
            <p:spPr>
              <a:xfrm flipH="1">
                <a:off x="6948360" y="4646880"/>
                <a:ext cx="304200" cy="304200"/>
              </a:xfrm>
              <a:prstGeom prst="rtTriangle">
                <a:avLst/>
              </a:prstGeom>
              <a:solidFill>
                <a:srgbClr val="ff98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5A868A9-97E9-46F5-9466-A927586F8636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72" name="Picture 21" descr=""/>
          <p:cNvPicPr/>
          <p:nvPr/>
        </p:nvPicPr>
        <p:blipFill>
          <a:blip r:embed="rId3"/>
          <a:stretch/>
        </p:blipFill>
        <p:spPr>
          <a:xfrm>
            <a:off x="0" y="4253400"/>
            <a:ext cx="914040" cy="914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55520" y="1177200"/>
            <a:ext cx="7193160" cy="929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Pandas Overview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AutoShape 8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Google Shape;214;p13"/>
          <p:cNvSpPr/>
          <p:nvPr/>
        </p:nvSpPr>
        <p:spPr>
          <a:xfrm>
            <a:off x="12600" y="2107440"/>
            <a:ext cx="64047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7632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Name Jonathan Koerber</a:t>
            </a:r>
            <a:endParaRPr b="0" lang="en-US" sz="1600" spc="-1" strike="noStrike">
              <a:latin typeface="Arial"/>
            </a:endParaRPr>
          </a:p>
          <a:p>
            <a:pPr marL="7632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Team Project 01</a:t>
            </a:r>
            <a:endParaRPr b="0" lang="en-US" sz="1600" spc="-1" strike="noStrike">
              <a:latin typeface="Arial"/>
            </a:endParaRPr>
          </a:p>
          <a:p>
            <a:pPr marL="7632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CS506 01 ON: Programming for Computing</a:t>
            </a:r>
            <a:endParaRPr b="0" lang="en-US" sz="1600" spc="-1" strike="noStrike">
              <a:latin typeface="Arial"/>
            </a:endParaRPr>
          </a:p>
          <a:p>
            <a:pPr marL="7632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Spring 2025</a:t>
            </a:r>
            <a:br>
              <a:rPr sz="1600"/>
            </a:br>
            <a:r>
              <a:rPr b="0" lang="en-US" sz="16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MSCS</a:t>
            </a:r>
            <a:endParaRPr b="0" lang="en-US" sz="1600" spc="-1" strike="noStrike">
              <a:latin typeface="Arial"/>
            </a:endParaRPr>
          </a:p>
          <a:p>
            <a:pPr marL="7632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Roboto Condensed Light"/>
                <a:ea typeface="Roboto Condensed Light"/>
              </a:rPr>
              <a:t>School of Technology &amp; Computing (STC)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7543800" y="2743200"/>
            <a:ext cx="1371600" cy="137160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37728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Agenda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5815080" cy="355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What Are Pandas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Pandas Data Structures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Basic Functionality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IO Tools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Indexing and Selecting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Visualization Techniques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Pandas vs Numpy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Placeholder 2"/>
          <p:cNvSpPr/>
          <p:nvPr/>
        </p:nvSpPr>
        <p:spPr>
          <a:xfrm>
            <a:off x="4651200" y="1327320"/>
            <a:ext cx="3836520" cy="35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Data Collection</a:t>
            </a:r>
            <a:endParaRPr b="0" lang="en-US" sz="2800" spc="-1" strike="noStrike"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48960A-481E-4315-AF11-4C941BB6C60C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604368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What are Panda?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High-Level Python library for data manipulation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Built on NumPy; work with tabular, time series, and heterogeneous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6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5338D71-8825-4E0D-A8C1-6E5C665BEDB6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Why use Pandas?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Efficient Handling of large data sets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Built-in Method for Cleaning, analyzing and transforming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Compatible with many file formats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E288A3D-C916-4478-92DC-F6797CAE74A5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What is it good for?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Finance: time series and data cleaning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Science: experiment logging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Web/marketing: user analytics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894D413-CED5-466D-9634-98BDF4E7141F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392400"/>
            <a:ext cx="604368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Series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1D labeled array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Similar: List of NumPy array with labels(index)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9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18D2AFC-DFF3-4B6F-A985-B634CF9CAEF9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571500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Data Frame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2D labeled table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Columns can be fo different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0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00BAB9-3469-4E1E-8904-9265327E8C47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Indexes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Indexing system for labeling rows/columns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Allows flexible data alignment and selection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1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767E3DC-990F-446D-974E-01F4897615A8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Creating Objects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From dicts, lists, NumPy arrays or reading files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Series, DataFrame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2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871E0CD-BE90-4B94-B7FC-7292C32A4151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Viewing data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head(), tail(), info(), describe()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Checking data types with dtypes()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3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D211BEE-8749-4E5E-B59A-9D608462DE1E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Basic Functionality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Adding removing columns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Arithmetic operation vectorization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Broadcasting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4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FF2CDEA-6B3C-43D8-BB99-95CE71D83460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Reading Data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read_csv(), read_excel(), read_json(), read_sql()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Key arguments like sep, header, parse_datas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5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A7D416-54F6-4EF6-AE8A-D651A5033DE6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14320" y="37728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Writing Data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to_csv(), to_excel(), to_json, etc.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6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BDC256A-7FBA-44E6-97FC-59E057AFEEFB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Big Data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Chucking large files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 dtype, usecols, and nrows for optimization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7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3CAC0CE-A6DF-4411-8F63-AE4C82045BED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Basic Indexing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18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8184FA6-C7FC-48D8-8B30-83F496D86A02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725760" y="119808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 of [], .loc[]. Iloc[]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Label-based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Position-based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Setting Values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Modify values with .loc[] and .ilog[]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Best practices to avoid SettingWithCopyWarning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9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013912-4F88-43B9-958C-0CE674468ABD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Visualization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20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84B7894-CC60-4009-8F93-A679920FC65F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392400"/>
            <a:ext cx="617220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Builtin Pandas Plotting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df.plot() - line, bar, histogram, etc.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Uses: Matplotlib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Simple plots are quick and easy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21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A22EA04-3461-4713-BED3-AF19E8046222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81508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Seaborn + Matplotlib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Seaborn: bettet default styles, statistical plots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Example: lineplot(), heatmap()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Better customization through Matplotlib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22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863FB50-4435-4AC9-9517-A27E05C87B29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81508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Getting Fancy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Time series visualization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Correlation heatmaps (sns.heatmap(df.corr()))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Geospatial data with geopandas and Plotly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3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97FDB53-1DBD-4DF6-B7F9-33230651285F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81508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Pandas vs. Numpy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Pandas build on top Numpy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DataFrams/Series us Numpy 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df.values return a NumPy array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4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493963C-1FE5-4223-963A-846CBABB6976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Compatibility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613224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Operation with NumPy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 Numpy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Data type are the same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5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1B27148-0706-4AAE-B8C3-2CA26990700A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Compatibility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814320" y="1327320"/>
            <a:ext cx="7872480" cy="314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 pandas: tabular/mixed-type data, such as data tables with labeled rows and columns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b="0" lang="en-US" sz="28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Use Numpy: homogeneous, n-dimensional numerical arrays, like vectors, matrices, and tensors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6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EEF1693-6196-4817-A0C5-9625DC681679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14320" y="392400"/>
            <a:ext cx="5492160" cy="765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Q&amp;A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4" descr=""/>
          <p:cNvPicPr/>
          <p:nvPr/>
        </p:nvPicPr>
        <p:blipFill>
          <a:blip r:embed="rId1"/>
          <a:stretch/>
        </p:blipFill>
        <p:spPr>
          <a:xfrm>
            <a:off x="814320" y="1862640"/>
            <a:ext cx="4402440" cy="1760760"/>
          </a:xfrm>
          <a:prstGeom prst="rect">
            <a:avLst/>
          </a:prstGeom>
          <a:ln w="0">
            <a:noFill/>
          </a:ln>
        </p:spPr>
      </p:pic>
      <p:pic>
        <p:nvPicPr>
          <p:cNvPr id="188" name="Picture 5" descr=""/>
          <p:cNvPicPr/>
          <p:nvPr/>
        </p:nvPicPr>
        <p:blipFill>
          <a:blip r:embed="rId2"/>
          <a:stretch/>
        </p:blipFill>
        <p:spPr>
          <a:xfrm>
            <a:off x="5912640" y="1862640"/>
            <a:ext cx="1944000" cy="194400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2"/>
          <p:cNvSpPr>
            <a:spLocks noGrp="1"/>
          </p:cNvSpPr>
          <p:nvPr>
            <p:ph type="sldNum" idx="27"/>
          </p:nvPr>
        </p:nvSpPr>
        <p:spPr>
          <a:xfrm>
            <a:off x="7617960" y="4636440"/>
            <a:ext cx="1487160" cy="315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DA29CE5-2666-4617-8BA4-DA5B14A8A3BB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Karthik Dinakaran</dc:creator>
  <dc:description/>
  <dc:language>en-US</dc:language>
  <cp:lastModifiedBy/>
  <dcterms:modified xsi:type="dcterms:W3CDTF">2025-04-30T15:54:21Z</dcterms:modified>
  <cp:revision>5</cp:revision>
  <dc:subject/>
  <dc:title>THIS IS YOUR PRESENTATION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